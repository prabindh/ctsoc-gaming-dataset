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Anomaly Detection in Valorant Biometrics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rPr dirty="0"/>
              <a:t>Identifying Errors and Extreme Responses</a:t>
            </a:r>
          </a:p>
          <a:p>
            <a:r>
              <a:rPr dirty="0"/>
              <a:t>Dataset: 51 Subjects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1.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2E8F0"/>
                </a:solidFill>
              </a:defRPr>
            </a:pPr>
            <a:r>
              <a:t>Multi-method anomaly detection pipeline: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Data Integrity Checks: Missing values, duplicate timestamps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Statistical Outliers: Z-score and IQR bounds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Temporal Anomalies: Burst events and session lengths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Multivariate Detection: Isolation Forest &amp; Mahalanobis distance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2. Critical Hardware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2E8F0"/>
                </a:solidFill>
              </a:defRPr>
            </a:pPr>
            <a:r>
              <a:rPr dirty="0"/>
              <a:t>Not all data is usable. Identified complete or partial sensor failures: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rPr dirty="0"/>
              <a:t>SUB037: 100% BPM=0 (Complete failure)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rPr dirty="0"/>
              <a:t>SUB0</a:t>
            </a:r>
            <a:r>
              <a:rPr lang="en-US" dirty="0"/>
              <a:t>38</a:t>
            </a:r>
            <a:r>
              <a:rPr dirty="0"/>
              <a:t>: </a:t>
            </a:r>
            <a:r>
              <a:rPr lang="en-US" dirty="0"/>
              <a:t>100</a:t>
            </a:r>
            <a:r>
              <a:rPr dirty="0"/>
              <a:t>% BPM=0 (</a:t>
            </a:r>
            <a:r>
              <a:rPr lang="en-US" dirty="0"/>
              <a:t>Complete</a:t>
            </a:r>
            <a:r>
              <a:rPr dirty="0"/>
              <a:t> failure)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rPr dirty="0"/>
              <a:t>Action taken: These subjects must be excluded from cardiac (BPM)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3. Logical Consistency (Good News)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2E8F0"/>
                </a:solidFill>
              </a:defRPr>
            </a:pPr>
            <a:r>
              <a:t>The dataset is highly consistent logically: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0 contradictions between Emotion and Stress (Happy always = 0 stress).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0 impossible physiological values (Stress strictly bounded 0-100).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Bio-status markers perfectly align with BPM thresholds.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4. Cohort Outliers (Extreme Responders)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2E8F0"/>
                </a:solidFill>
              </a:defRPr>
            </a:pPr>
            <a:r>
              <a:t>Some subjects exhibit unusually extreme stress responses compared to the group: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SUB032: Mean stress 47.8 (Z-score: +3.08). Highly reactive.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t>SUB025: Identified as highly anomalous by Isolation Forest (21% of events) due to rare combinations of extreme stress and high BPM.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5. Visual Dashboard</a:t>
            </a:r>
          </a:p>
        </p:txBody>
      </p:sp>
      <p:pic>
        <p:nvPicPr>
          <p:cNvPr id="3" name="Picture 2" descr="anomaly_detec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401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6.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2E8F0"/>
                </a:solidFill>
              </a:defRPr>
            </a:pPr>
            <a:r>
              <a:rPr dirty="0"/>
              <a:t>The dataset is generally clean and robust.</a:t>
            </a:r>
          </a:p>
          <a:p>
            <a:pPr>
              <a:defRPr>
                <a:solidFill>
                  <a:srgbClr val="E2E8F0"/>
                </a:solidFill>
              </a:defRPr>
            </a:pPr>
            <a:r>
              <a:rPr dirty="0"/>
              <a:t>Excluding the </a:t>
            </a:r>
            <a:r>
              <a:rPr lang="en-US" dirty="0"/>
              <a:t>2</a:t>
            </a:r>
            <a:r>
              <a:rPr dirty="0"/>
              <a:t> hardware-failure subjects yields a highly reliable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242</Words>
  <Application>Microsoft Office PowerPoint</Application>
  <PresentationFormat>On-screen Show (4:3)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Anomaly Detection in Valorant Biometrics</vt:lpstr>
      <vt:lpstr>1. Methodology</vt:lpstr>
      <vt:lpstr>2. Critical Hardware Failures</vt:lpstr>
      <vt:lpstr>3. Logical Consistency (Good News)</vt:lpstr>
      <vt:lpstr>4. Cohort Outliers (Extreme Responders)</vt:lpstr>
      <vt:lpstr>5. Visual Dashboard</vt:lpstr>
      <vt:lpstr>6.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PULKIT TIWARI</cp:lastModifiedBy>
  <cp:revision>2</cp:revision>
  <dcterms:created xsi:type="dcterms:W3CDTF">2013-01-27T09:14:16Z</dcterms:created>
  <dcterms:modified xsi:type="dcterms:W3CDTF">2026-07-23T18:13:19Z</dcterms:modified>
  <cp:category/>
</cp:coreProperties>
</file>