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Valorant Biometric Stress Study</a:t>
            </a:r>
          </a:p>
          <a:p>
            <a:pPr>
              <a:spcBef>
                <a:spcPts val="1400"/>
              </a:spcBef>
              <a:defRPr sz="2000">
                <a:solidFill>
                  <a:srgbClr val="0284C7"/>
                </a:solidFill>
                <a:latin typeface="Calibri"/>
              </a:defRPr>
            </a:pPr>
            <a:r>
              <a:t>Master Presentation &amp; Technical Documentation</a:t>
            </a:r>
            <a:br/>
            <a:r>
              <a:t>51 Subjects | 2,969 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1. Data Collection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Participant Cohort: 51 active gaming participants (SUB001 - SUB051).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Approvals &amp; Ethics: Participant informed consent &amp; IRB protocol compliance.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Hardware Setup (HW): ProtoCentral ECG/PPG Heart Rate hardware sensors (BPM &amp; RR interval) + 1080p HD Webcam at 30 FPS.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Software Tools: Valorant Game Telemetry Listener + OpenCV/DeepFace computer vision for real-time facial micro-expression analysis.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Data Synchronization: Real-time Unix epoch millisecond timestamp pairing between game telemetry events and biometric feeds.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2. ProtoCentral Hardware Analysis &amp;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Identified HW Failure: Complete cardiac signal loss (0 BPM) in SUB037 and SUB038, and intermittent loss (53%) in SUB007.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Cause Analysis: Motion artifacts &amp; PPG electrode contact detachment during intense high-speed gameplay rounds.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Action Taken: These 3 subjects are excluded from cardiac averages to preserve mathematical integrity.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Reporting to ProtoCentral? YES. We recommend sharing a field-validation report with ProtoCentral highlighting high-dynamic motion artifacts during competitive gaming to assist their sensor electrode placement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3. Facial Expressions: Detection of 'Surprise'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Is 'Surprise' Detected? YES. Surprise is fully supported in our 7-emotion classification taxonomy (123 total occurrences in dataset).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Breakdown in High-Stress Tier: Anger (59%), Fear (32%), Surprise (9% / 21 events).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Classification Impact: Surprise represents high-arousal but neutral/mixed valence (startle response to sudden ambushes).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Isolating Surprise from Fear/Anger ensures our Stress Score accurately isolates negative valence (frustration) without misclassifying sudden excitement.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4. Decoupling of Heart Rate and Facial Stress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Core Finding: Heart Rate (BPM) and Facial Stress are statistically independent (Pearson r = -0.027).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Physiological Decoupling: High heart rate (physical arousal) does not imply facial distress, and vice versa.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Temporal Habituation: Stress remains remarkably flat across the session (no fatigue or warm-up decay).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Stress is Episodic: Driven strictly by discrete micro-events (KILLS/DEATHS), not cumulative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5. Temporal Trends &amp; Biometric Decoupling</a:t>
            </a:r>
          </a:p>
        </p:txBody>
      </p:sp>
      <p:pic>
        <p:nvPicPr>
          <p:cNvPr id="3" name="Picture 2" descr="study_fig2_temporal_b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5564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6. Data Bifurcation by Stress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Low Stress (0-20): 70.1% of gameplay (baseline map navigation).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Medium Stress (20-60): 21.8% of gameplay (angle holding / engagement).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High Stress (60-100): 8.0% of gameplay (intense firefights).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The 'Ice in the Veins' Effect: Heart rate drops slightly during peak facial stress (69.9 -&gt; 67.3 BPM) as players hold their breath and lock focus during firefights.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7. Stress Bifurcation Dashboard</a:t>
            </a:r>
          </a:p>
        </p:txBody>
      </p:sp>
      <p:pic>
        <p:nvPicPr>
          <p:cNvPr id="3" name="Picture 2" descr="bifurc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8762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8. Skill Tiers &amp; Psychological Bell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Skill Proxy: Categorized into Pro, Veteran, Casual, and New based on Kills Per Minute (KPM).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Physical Arousal: BPM scales linearly with skill (Pros avg 70.7 BPM due to aggressive play-style).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Psychological Bell Curve: Casual players exhibit the highest facial stress (18.1 avg) due to frustration without total mastery.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KILLS Emotions: Pros express Anger/Surprise (aggressive focus), while Casuals express Fear during kills.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9. Skill Tier Analysis Dashboard</a:t>
            </a:r>
          </a:p>
        </p:txBody>
      </p:sp>
      <p:pic>
        <p:nvPicPr>
          <p:cNvPr id="3" name="Picture 2" descr="skill_ti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981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10. Dataset Packaging, Contents &amp;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Packaging &amp; Directory: 51 CSV files consolidated in All_CSVs directory.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Size &amp; Scale: ~265 KB total storage size across 2,969 processed biometric rows.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Sanitization: Scrubbed raw image file paths (image_file) to protect participant privacy.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Schema &amp; Descriptions: Generated dataset_schema.json, 51 schema_SUBxxx.json files, and README.md Data Dictionary describing all 11 columns (timestamp, event, player, victim, weapon, bpm, rr_ms, bio_status, dominant_emotion, stress_score, composite_stress).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11. PyTorch Dataset Loader (Dataset &amp; DataLoader)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# Sample PyTorch Dataset Class (pytorch_dataset_loader.py)</a:t>
            </a:r>
            <a:br/>
            <a:r>
              <a:t>import os, glob, torch, pandas as pd, numpy as np</a:t>
            </a:r>
            <a:br/>
            <a:r>
              <a:t>from torch.utils.data import Dataset, DataLoader</a:t>
            </a:r>
            <a:br/>
            <a:br/>
            <a:r>
              <a:t>class ValorantBiometricDataset(Dataset):</a:t>
            </a:r>
            <a:br/>
            <a:r>
              <a:t>    def __init__(self, csv_dir, exclude_failures=True):</a:t>
            </a:r>
            <a:br/>
            <a:r>
              <a:t>        files = sorted(glob.glob(os.path.join(csv_dir, "*.csv")))</a:t>
            </a:r>
            <a:br/>
            <a:r>
              <a:t>        # Exclude complete sensor failure subjects (SUB037, SUB038)</a:t>
            </a:r>
            <a:br/>
            <a:r>
              <a:t>        if exclude_failures:</a:t>
            </a:r>
            <a:br/>
            <a:r>
              <a:t>            files = [f for f in files if not any(s in f for s in ["SUB037", "SUB038"])]</a:t>
            </a:r>
            <a:br/>
            <a:r>
              <a:t>        </a:t>
            </a:r>
            <a:br/>
            <a:r>
              <a:t>        frames = [pd.read_csv(f) for f in files]</a:t>
            </a:r>
            <a:br/>
            <a:r>
              <a:t>        self.df = pd.concat(frames, ignore_index=True)</a:t>
            </a:r>
            <a:br/>
            <a:r>
              <a:t>        </a:t>
            </a:r>
            <a:br/>
            <a:r>
              <a:t>        # Categorical Encodings</a:t>
            </a:r>
            <a:br/>
            <a:r>
              <a:t>        self.event_map   = {"KILL":0, "DEATH":1, "SPIKE_PLANTED":2, "SPIKE_DEFUSED":3}</a:t>
            </a:r>
            <a:br/>
            <a:r>
              <a:t>        self.emotion_map = {"neutral":0, "happy":1, "sad":2, "surprise":3, "fear":4, "angry":5, "NO_FACE":6}</a:t>
            </a:r>
            <a:br/>
            <a:r>
              <a:t>        </a:t>
            </a:r>
            <a:br/>
            <a:r>
              <a:t>        self.df["event_id"]   = self.df["event"].map(self.event_map).fillna(0).astype(int)</a:t>
            </a:r>
            <a:br/>
            <a:r>
              <a:t>        self.df["emotion_id"] = self.df["dominant_emotion"].map(self.emotion_map).fillna(0).astype(int)</a:t>
            </a:r>
            <a:br/>
            <a:r>
              <a:t>        </a:t>
            </a:r>
            <a:br/>
            <a:r>
              <a:t>        # Feature Matrix X: [bpm, rr_ms, emotion_id, event_id]</a:t>
            </a:r>
            <a:br/>
            <a:r>
              <a:t>        self.features = self.df[["bpm", "rr_ms", "emotion_id", "event_id"]].values.astype(np.float32)</a:t>
            </a:r>
            <a:br/>
            <a:r>
              <a:t>        # Target Matrix Y: [stress_score, composite_stress]</a:t>
            </a:r>
            <a:br/>
            <a:r>
              <a:t>        self.targets  = self.df[["stress_score", "composite_stress"]].values.astype(np.float32)</a:t>
            </a:r>
            <a:br/>
            <a:br/>
            <a:r>
              <a:t>    def __len__(self): return len(self.features)</a:t>
            </a:r>
            <a:br/>
            <a:r>
              <a:t>    def __getitem__(self, idx):</a:t>
            </a:r>
            <a:br/>
            <a:r>
              <a:t>        return torch.tensor(self.features[idx]), torch.tensor(self.targets[idx])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