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Player Skill Tiers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Estimating Expertise through Biometric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1. Defining the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t>We categorized subjects by their aggression and impact (Kills Per Minute):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Pro (Top 15%): &gt;5.2 KPM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Veteran (Next 35%): 4.7 - 5.2 KPM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Casual (Next 35%): 3.8 - 4.7 KPM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New Player (Bottom 15%): &lt;3.8 KPM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2. Heart Rate Scales with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t>Physical arousal directly correlates with skill level: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Pro: 70.7 BPM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Veteran: 69.6 BPM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Casual: 68.7 BPM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New Player: 69.1 BPM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Pros play a much faster, more aggressive game requiring higher cardiac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3. The Stress 'Bell Curve'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t>Psychological stress (facial expression) does not scale linearly: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Casuals show the highest facial stress (Avg 18.1). They understand the game but lack total mastery.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New Players show the lowest facial stress (Avg 14.4). They play passively.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Pros drop to a moderate stress level (Avg 17.0). Mastery allows them to remain facially composed.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4. Fear vs. Anger: The Emotion of a 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t>New Players &amp; Casuals show significantly more Fear when getting a kill (chaotic survival).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Pros &amp; Veterans show significantly more Anger and Surprise (aggressive focus).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5. Visual Dashboard: Skill Estimation</a:t>
            </a:r>
          </a:p>
        </p:txBody>
      </p:sp>
      <p:pic>
        <p:nvPicPr>
          <p:cNvPr id="3" name="Picture 2" descr="skill_ti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744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