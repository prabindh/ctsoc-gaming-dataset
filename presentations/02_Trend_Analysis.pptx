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Trend &amp; Temporal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Understanding Stress Over Time and Across 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1. Temporal Trends (Habituation)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2E8F0"/>
                </a:solidFill>
              </a:defRPr>
            </a:pPr>
            <a:r>
              <a:t>Does playing Valorant make you more stressed over time?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Finding: Stress remains strikingly flat across the session.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There is no 'warm-up' period and no 'fatigue' drop-off.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Valorant successfully sustains a constant baseline level of tension.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2. Decoupling Heart Rate and Facial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2E8F0"/>
                </a:solidFill>
              </a:defRPr>
            </a:pPr>
            <a:r>
              <a:t>Cardiac Response and Facial Expression measure two different types of stress.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Pearson Correlation: r = -0.027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They are statistically independent.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A high heart rate does not guarantee an angry/fearful facial expression.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3. What Drives Facial Stress? (Emotions)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2E8F0"/>
                </a:solidFill>
              </a:defRPr>
            </a:pPr>
            <a:r>
              <a:t>Facial Emotion is the #1 predictor of the Stress Score (p&lt;0.001).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Fear (Mean Stress: 70.4)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Anger (Mean Stress: 62.4)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Neutral (Mean Stress: 7.9)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4. Visual Evidence: Temporal Trends</a:t>
            </a:r>
          </a:p>
        </p:txBody>
      </p:sp>
      <p:pic>
        <p:nvPicPr>
          <p:cNvPr id="3" name="Picture 2" descr="study_fig2_temporal_b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2990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5. 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2E8F0"/>
                </a:solidFill>
              </a:defRPr>
            </a:pPr>
            <a:r>
              <a:t>Valorant stress is episodic, not cumulative.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It is driven entirely by discrete micro-events (kills/fights) that trigger immediate emotional responses, rather than a slow build-up of physical tension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