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Dataset Packaging, Schema &amp; PyTorch Loader</a:t>
            </a:r>
          </a:p>
          <a:p>
            <a:pPr>
              <a:spcBef>
                <a:spcPts val="1400"/>
              </a:spcBef>
              <a:defRPr sz="2000">
                <a:solidFill>
                  <a:srgbClr val="0284C7"/>
                </a:solidFill>
                <a:latin typeface="Calibri"/>
              </a:defRPr>
            </a:pPr>
            <a:r>
              <a:t>Valorant Biometric Stress Dataset Technical Documentation</a:t>
            </a:r>
            <a:br/>
            <a:r>
              <a:t>51 Subjects | 2,969 Event Rows | Size: ~265 KB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Dataset Packaging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Package Directory Structure: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All_CSVs/: 51 processed subject files (SUB001.csv to SUB051.csv)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Schemas/: 51 JSON schema files (schema_SUB001.json to schema_SUB051.json)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README.md: Technical Data Dictionary &amp; Metadata Documentation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Total Storage Size: ~265 KB total across all 51 CSV files (~3,000 processed rows).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Data Sanitization &amp; Privacy Protection: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Raw image file paths (image_file) were scrubbed from all CSVs to safeguard subject privacy.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Known sensor dropouts (SUB037, SUB038, SUB007) are documented in metadata for clean filtering.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Column Contents &amp; Column Descriptions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timestamp_ms (int64): Unix epoch timestamp in milliseconds at event trigger.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event (category): In-game action (KILL, DEATH, SPIKE_PLANTED, SPIKE_DEFUSED).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player_name (string): Subject's Valorant player ID.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victim (string): Affected opponent ID ('ME' for DEATH events).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weapon (category): Internal weapon identifier (e.g. TX_Hud_AutoPistol).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bpm (int32): Heart Rate in Beats Per Minute (0 indicates PPG sensor lead dropout).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rr_ms (int32): R-R interval in milliseconds for HRV modeling.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bio_status (category): Cardiac state (NORMAL, ELEVATED, RECOVERY, etc.).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dominant_emotion (category): Primary facial emotion (neutral, angry, fear, surprise, etc.).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stress_score (float32): Facial distress index (0.0 to 100.0).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composite_stress (float32): Multimodal fused stress index (Face + Heart Rate).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JSON Schema &amp;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Formal JSON Schema Specification (dataset_schema.json):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Standardized JSON Schema Draft-07 format for cross-platform data validation.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Subject-Specific Metadata (Schemas/schema_SUBxxx.json):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Every subject CSV has an accompanying JSON schema file.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Contains file-level metadata: event counts, sensor health status, and zero-BPM %.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• Memory-Optimized Pandas Schema: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Categorical types assigned to event, weapon, bio_status, and dominant_emotion.</a:t>
            </a:r>
          </a:p>
          <a:p>
            <a:pPr lvl="1"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 - Reduces RAM footprint by ~70% during full-cohort DataFrame ingestion.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PyTorch Dataset Loader (Dataset Class)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# Sample PyTorch Dataset Class (pytorch_dataset_loader.py)</a:t>
            </a:r>
            <a:br/>
            <a:r>
              <a:t>import os, glob, torch, pandas as pd, numpy as np</a:t>
            </a:r>
            <a:br/>
            <a:r>
              <a:t>from torch.utils.data import Dataset, DataLoader</a:t>
            </a:r>
            <a:br/>
            <a:br/>
            <a:r>
              <a:t>class ValorantBiometricDataset(Dataset):</a:t>
            </a:r>
            <a:br/>
            <a:r>
              <a:t>    def __init__(self, csv_dir, exclude_failures=True):</a:t>
            </a:r>
            <a:br/>
            <a:r>
              <a:t>        files = sorted(glob.glob(os.path.join(csv_dir, "*.csv")))</a:t>
            </a:r>
            <a:br/>
            <a:r>
              <a:t>        # Exclude complete sensor failure subjects (SUB037, SUB038)</a:t>
            </a:r>
            <a:br/>
            <a:r>
              <a:t>        if exclude_failures:</a:t>
            </a:r>
            <a:br/>
            <a:r>
              <a:t>            files = [f for f in files if not any(s in f for s in ["SUB037", "SUB038"])]</a:t>
            </a:r>
            <a:br/>
            <a:r>
              <a:t>        </a:t>
            </a:r>
            <a:br/>
            <a:r>
              <a:t>        frames = [pd.read_csv(f) for f in files]</a:t>
            </a:r>
            <a:br/>
            <a:r>
              <a:t>        self.df = pd.concat(frames, ignore_index=True)</a:t>
            </a:r>
            <a:br/>
            <a:r>
              <a:t>        </a:t>
            </a:r>
            <a:br/>
            <a:r>
              <a:t>        # Categorical Encodings</a:t>
            </a:r>
            <a:br/>
            <a:r>
              <a:t>        self.event_map   = {"KILL":0, "DEATH":1, "SPIKE_PLANTED":2, "SPIKE_DEFUSED":3}</a:t>
            </a:r>
            <a:br/>
            <a:r>
              <a:t>        self.emotion_map = {"neutral":0, "happy":1, "sad":2, "surprise":3, "fear":4, "angry":5, "NO_FACE":6}</a:t>
            </a:r>
            <a:br/>
            <a:r>
              <a:t>        </a:t>
            </a:r>
            <a:br/>
            <a:r>
              <a:t>        self.df["event_id"]   = self.df["event"].map(self.event_map).fillna(0).astype(int)</a:t>
            </a:r>
            <a:br/>
            <a:r>
              <a:t>        self.df["emotion_id"] = self.df["dominant_emotion"].map(self.emotion_map).fillna(0).astype(int)</a:t>
            </a:r>
            <a:br/>
            <a:r>
              <a:t>        </a:t>
            </a:r>
            <a:br/>
            <a:r>
              <a:t>        # Feature Matrix X: [bpm, rr_ms, emotion_id, event_id]</a:t>
            </a:r>
            <a:br/>
            <a:r>
              <a:t>        self.features = self.df[["bpm", "rr_ms", "emotion_id", "event_id"]].values.astype(np.float32)</a:t>
            </a:r>
            <a:br/>
            <a:r>
              <a:t>        # Target Matrix Y: [stress_score, composite_stress]</a:t>
            </a:r>
            <a:br/>
            <a:r>
              <a:t>        self.targets  = self.df[["stress_score", "composite_stress"]].values.astype(np.float32)</a:t>
            </a:r>
            <a:br/>
            <a:br/>
            <a:r>
              <a:t>    def __len__(self): return len(self.features)</a:t>
            </a:r>
            <a:br/>
            <a:r>
              <a:t>    def __getitem__(self, idx):</a:t>
            </a:r>
            <a:br/>
            <a:r>
              <a:t>        return torch.tensor(self.features[idx]), torch.tensor(self.targets[idx])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PyTorch DataLoader &amp;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# PyTorch DataLoader &amp; Ingestion Pipeline Usage Example</a:t>
            </a:r>
            <a:br/>
            <a:r>
              <a:t>if __name__ == "__main__":</a:t>
            </a:r>
            <a:br/>
            <a:r>
              <a:t>    dataset_path = "P:/IEEE/SUBJECTS/All_CSVs"</a:t>
            </a:r>
            <a:br/>
            <a:r>
              <a:t>    </a:t>
            </a:r>
            <a:br/>
            <a:r>
              <a:t>    # Instantiate PyTorch Dataset</a:t>
            </a:r>
            <a:br/>
            <a:r>
              <a:t>    dataset = ValorantBiometricDataset(csv_dir=dataset_path, exclude_failures=True)</a:t>
            </a:r>
            <a:br/>
            <a:r>
              <a:t>    print(f"Total Samples Loaded into PyTorch: {len(dataset)}")</a:t>
            </a:r>
            <a:br/>
            <a:r>
              <a:t>    </a:t>
            </a:r>
            <a:br/>
            <a:r>
              <a:t>    # Create DataLoader for PyTorch Training/Validation Loop</a:t>
            </a:r>
            <a:br/>
            <a:r>
              <a:t>    train_loader = DataLoader(</a:t>
            </a:r>
            <a:br/>
            <a:r>
              <a:t>        dataset, </a:t>
            </a:r>
            <a:br/>
            <a:r>
              <a:t>        batch_size=32, </a:t>
            </a:r>
            <a:br/>
            <a:r>
              <a:t>        shuffle=True, </a:t>
            </a:r>
            <a:br/>
            <a:r>
              <a:t>        num_workers=0</a:t>
            </a:r>
            <a:br/>
            <a:r>
              <a:t>    )</a:t>
            </a:r>
            <a:br/>
            <a:r>
              <a:t>    </a:t>
            </a:r>
            <a:br/>
            <a:r>
              <a:t>    # Inspect Mini-Batch Tensors</a:t>
            </a:r>
            <a:br/>
            <a:r>
              <a:t>    for batch_idx, (x_batch, y_batch) in enumerate(train_loader):</a:t>
            </a:r>
            <a:br/>
            <a:r>
              <a:t>        print(f"Batch {batch_idx+1}:")</a:t>
            </a:r>
            <a:br/>
            <a:r>
              <a:t>        print(f"  Input Features Tensor (X)  shape: {x_batch.shape} -&gt; [Batch, Features]")</a:t>
            </a:r>
            <a:br/>
            <a:r>
              <a:t>        print(f"  Target Stress Tensor (Y)   shape: {y_batch.shape} -&gt; [Batch, Targets]")</a:t>
            </a:r>
            <a:br/>
            <a:r>
              <a:t>        break</a:t>
            </a:r>
            <a:br/>
            <a:r>
              <a:t>        </a:t>
            </a:r>
            <a:br/>
            <a:r>
              <a:t># Output:</a:t>
            </a:r>
            <a:br/>
            <a:r>
              <a:t># Total Samples Loaded into PyTorch: 2969</a:t>
            </a:r>
            <a:br/>
            <a:r>
              <a:t># Batch 1: Input Features Tensor (X) shape: torch.Size([32, 4])</a:t>
            </a:r>
            <a:br/>
            <a:r>
              <a:t>#          Target Stress Tensor (Y)  shape: torch.Size([32, 2])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