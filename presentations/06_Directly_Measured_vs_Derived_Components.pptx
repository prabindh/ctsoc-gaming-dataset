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Calibri"/>
              </a:defRPr>
            </a:pPr>
            <a:r>
              <a:t>Directly Measured vs. Derived Components</a:t>
            </a:r>
          </a:p>
          <a:p>
            <a:pPr>
              <a:spcBef>
                <a:spcPts val="1400"/>
              </a:spcBef>
              <a:defRPr sz="1900">
                <a:solidFill>
                  <a:srgbClr val="0284C7"/>
                </a:solidFill>
                <a:latin typeface="Calibri"/>
              </a:defRPr>
            </a:pPr>
            <a:r>
              <a:t>Biometric Feature Taxonomy &amp; Mathematical Definitions</a:t>
            </a:r>
            <a:br/>
            <a:r>
              <a:t>Multi-Modal Gaming Dataset Technical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1. Directly Measured Components (Raw Signals)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Directly Measured Components represent raw, un-manipulated sensor readings and game telemetry hooks: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timestamp_ms: Hardware Unix epoch clock in milliseconds at event trigger.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event: Directly logged game telemetry trigger (KILL, DEATH, SPIKE_PLANTED, SPIKE_DEFUSED).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player_name &amp; victim: Directly recorded in-game player IDs from telemetry API.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weapon: Directly recorded game engine HUD weapon ID (e.g. TX_Hud_AutoPistol).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bpm: Directly measured Heart Rate from PPG/ECG optical hardware sensors.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rr_ms: Directly measured inter-beat R-R interval from pulse hardware.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dominant_emotion: Directly observed facial affect classification from OpenCV/DeepFace.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2. Derived Components (Algorithmic &amp; Fused Metrics)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Derived Components represent calculated metrics produced by mathematical models or multi-feature fusion: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bio_status [DERIVED]: Categorical cardiac arousal state (NORMAL, ELEVATED, RECOVERY, INTENSE_SPIKE) computed relative to a calibrated baseline window.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stress_score [DERIVED]: Psychological stress index (0.0 to 100.0) calculated using Russell's Circumplex Affect Model applied to facial emotion vectors.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composite_stress [DERIVED]: Multimodal fused stress index combining bio_status, facial stress_score (x0.4), and game event weights.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3. Feature Taxonomy for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Preventing Data Leakage in Model Training: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Input Features Matrix (X): Constructed strictly from Directly Measured signals (bpm, rr_ms, emotion_id, event_id).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Target Variables Matrix (Y): Constructed from Derived metrics (stress_score, composite_stress).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Methodological Rigor:</a:t>
            </a:r>
          </a:p>
          <a:p>
            <a:pPr lvl="1"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  • Keeping measured features (X) isolated from derived target labels (Y) prevents target leakage and ensures robust, unbiased model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Calibri"/>
              </a:defRPr>
            </a:pPr>
            <a:r>
              <a:t>4. Summary Feature Taxonomy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Column Name | Category | Primary Data Source | Purpose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timestamp_ms | Directly Measured | Hardware Clock | Temporal Alignment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event / weapon | Directly Measured | Telemetry API | Contextual Ground Truth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bpm / rr_ms | Directly Measured | PPG/ECG Sensor | Physical Arousal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dominant_emotion | Directly Measured | Vision Camera | Facial Expression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bio_status | DERIVED Metric | Cardiac Baseline Algo | Cardiac State Marker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stress_score | DERIVED Metric | Circumplex Model | Psychological Distress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composite_stress | DERIVED Metric | Multimodal Fusion | Total Allostatic Load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